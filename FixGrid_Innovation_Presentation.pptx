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FixGrid unites a live web marketplace with a low-cost physical diagnostic wand, solving both the digital trust void and the technical hardware diagnostic barrier.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synopsis: India’s $15.2B unorganized repair economy suffers a dual crisis: a trust void where 78% of consumers discard repairable electronics, and a diagnostic void where mechanics lack affordable tools, misdiagnosing a ₹10 capacitor as a dead motherboard.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synopsis: SafeProbe merges physics and digital governance. It tests in-circuit at 0.40V without desoldering, snaps macro photos of 0402 SMDs, links to a Dual-Loop QR warranty seal, and acts as a hardware trust-gate releasing escrow.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SafeProbe provides three capabilities in one wand: micro-touch fault sensing with instant beeps, macro photo proof sent to the phone, and a tamper-evident digital warranty seal.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our live website at fixgrid.vytron.me: featuring 21 repair categories, real-time shop hours, smart escrow, and verified local shop listings.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magic happens: the SafeProbe hardware records the repair, generates a tamper-evident holographic QR seal, and the customer scans it on their phone to see verified before-and-after photos and activate their warranty.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model creates value for everyone: consumers save money, informal mechanics earn reliable livelihoods, and FixGrid monetizes through transaction fees and subscriptions.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FixGrid and SafeProbe demonstrate that with frugal engineering and digital trust, we can empower local artisans, save consumers money, and protect our environment from toxic e-waste.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566160" cy="274320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2E3D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Right-to-Repair &amp; Circular Economy Platform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FixGrid &amp; SafeProbe™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993392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Ecosystem: A Live Web Platform (fixgrid.vytron.me) &amp; A Frugal Handheld Diagnostic Wand Championing Sustainable Repair Across All 21+ Categories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4389120" cy="320040"/>
          </a:xfrm>
          <a:prstGeom prst="roundRect">
            <a:avLst>
              <a:gd name="adj" fmla="val 17143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71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Digital Platform: Search &amp; escrow across 21+ categories (Appliances, Tech, EVs)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3374136"/>
            <a:ext cx="4389120" cy="320040"/>
          </a:xfrm>
          <a:prstGeom prst="roundRect">
            <a:avLst>
              <a:gd name="adj" fmla="val 17143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741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Physical Innovation: Under ₹1,800 SafeProbe™ sub-junction diagnostic wand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3776472"/>
            <a:ext cx="4389120" cy="320040"/>
          </a:xfrm>
          <a:prstGeom prst="roundRect">
            <a:avLst>
              <a:gd name="adj" fmla="val 17143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7764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Dual-Loop QR Warranty: Tamper-evident seals with photo proof</a:t>
            </a:r>
            <a:endParaRPr lang="en-US" sz="950" dirty="0"/>
          </a:p>
        </p:txBody>
      </p:sp>
      <p:pic>
        <p:nvPicPr>
          <p:cNvPr id="12" name="Image 0" descr="C:\Users\Rishit Jindal\Downloads\FixGrid-main\fixgrid_website_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594360"/>
            <a:ext cx="3474720" cy="1874520"/>
          </a:xfrm>
          <a:prstGeom prst="ellipse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120640" y="594360"/>
            <a:ext cx="3474720" cy="1874520"/>
          </a:xfrm>
          <a:prstGeom prst="roundRect">
            <a:avLst>
              <a:gd name="adj" fmla="val 3902"/>
            </a:avLst>
          </a:prstGeom>
          <a:ln w="19050">
            <a:solidFill>
              <a:srgbClr val="0284C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257800" y="2240280"/>
            <a:ext cx="2103120" cy="201168"/>
          </a:xfrm>
          <a:prstGeom prst="roundRect">
            <a:avLst>
              <a:gd name="adj" fmla="val 50000"/>
            </a:avLst>
          </a:prstGeom>
          <a:solidFill>
            <a:srgbClr val="090D16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57800" y="22402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Platform: fixgrid.vytron.me</a:t>
            </a:r>
            <a:endParaRPr lang="en-US" sz="800" dirty="0"/>
          </a:p>
        </p:txBody>
      </p:sp>
      <p:pic>
        <p:nvPicPr>
          <p:cNvPr id="16" name="Image 1" descr="C:\Users\Rishit Jindal\Downloads\FixGrid-main\safeprobe_wan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560320"/>
            <a:ext cx="3474720" cy="1691640"/>
          </a:xfrm>
          <a:prstGeom prst="ellipse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120640" y="2560320"/>
            <a:ext cx="3474720" cy="1691640"/>
          </a:xfrm>
          <a:prstGeom prst="roundRect">
            <a:avLst>
              <a:gd name="adj" fmla="val 4324"/>
            </a:avLst>
          </a:prstGeom>
          <a:ln w="19050">
            <a:solidFill>
              <a:srgbClr val="05966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257800" y="4005072"/>
            <a:ext cx="2286000" cy="201168"/>
          </a:xfrm>
          <a:prstGeom prst="roundRect">
            <a:avLst>
              <a:gd name="adj" fmla="val 50000"/>
            </a:avLst>
          </a:prstGeom>
          <a:solidFill>
            <a:srgbClr val="090D1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57800" y="40050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SafeProbe™ Working Prototype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548640" y="4572000"/>
            <a:ext cx="8046720" cy="9144"/>
          </a:xfrm>
          <a:prstGeom prst="rect">
            <a:avLst/>
          </a:prstGeom>
          <a:solidFill>
            <a:srgbClr val="1F293D"/>
          </a:solidFill>
          <a:ln w="6350">
            <a:solidFill>
              <a:srgbClr val="1F293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48640" y="4645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FixGrid Ecosystem  •  </a:t>
            </a:r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fixgrid.vytron.me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200400" y="46451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Platform  +  SafeProbe™ Frugal Diagnostics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6217920" y="46451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Right-to-Repair &amp; Circular Economy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02 • PROBLEM STATEMENT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80960" y="384048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0" y="38404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[ 02 / 08 ]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Statement: The Throwaway Culture &amp; Climate Paradox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886200" cy="1874520"/>
          </a:xfrm>
          <a:prstGeom prst="roundRect">
            <a:avLst>
              <a:gd name="adj" fmla="val 3902"/>
            </a:avLst>
          </a:prstGeom>
          <a:solidFill>
            <a:srgbClr val="2A0E17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533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Trust Void Across All 21+ Categories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consumers discard repairable goods (appliances, consumer tech, tools) fearing arbitrary pricing &amp; zero warranty.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ALL 21+ categories: Major home appliances (ACs, fridges, washing machines), laptops, phones, TVs &amp; EVs.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repair artisans across every trade remain digitally invisible, informal, and overlooked.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3886200" cy="1874520"/>
          </a:xfrm>
          <a:prstGeom prst="roundRect">
            <a:avLst>
              <a:gd name="adj" fmla="val 3902"/>
            </a:avLst>
          </a:prstGeom>
          <a:solidFill>
            <a:srgbClr val="2A0E17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3533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Universal Hardware Diagnostic Void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diagnostic equipment costs ₹50,000–₹1.5L—unaffordable for neighborhood appliance &amp; tech workshops.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multimeters inject 2.5V–3.0V, risking delicate micro-controllers in modern smart appliances &amp; boards.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visual proof, mechanics guess—declaring entire appliance control boards or devices "unfixable."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37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₹1.2L 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6393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LOST VALUE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38587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waste billions replacing appliances &amp; devices when an artisan 500m away could repair it.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0" y="32461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3337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29000" y="36393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HEROES OVERLOOKED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38587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repair mechanics across 21+ categories lack digital tools and are trapped in unverified guesswork.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32461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337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2200" y="36393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CATASTROPHE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72200" y="38587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appliances &amp; electronics flood landfills, leaching toxic metals while factories burn carbon for replacements.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8046720" cy="9144"/>
          </a:xfrm>
          <a:prstGeom prst="rect">
            <a:avLst/>
          </a:prstGeom>
          <a:solidFill>
            <a:srgbClr val="1F293D"/>
          </a:solidFill>
          <a:ln w="6350">
            <a:solidFill>
              <a:srgbClr val="1F29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645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FixGrid Ecosystem  •  </a:t>
            </a:r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fixgrid.vytron.me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0" y="46451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Platform  +  SafeProbe™ Frugal Diagnostics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17920" y="46451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Right-to-Repair &amp; Circular Economy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03 • PROPOSED SOLUTION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80960" y="384048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0" y="38404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[ 03 / 08 ]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Solution: The FixGrid Hardware-Software Innovation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886200" cy="2423160"/>
          </a:xfrm>
          <a:prstGeom prst="roundRect">
            <a:avLst>
              <a:gd name="adj" fmla="val 3019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71600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0B253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716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1: DIGITAL PLATFORM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166420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FixGrid Trust &amp; Warranty Cloud Engine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21+ Categories: Covers Home Appliances, Consumer Tech, Power Tools, EVs &amp; Wearables.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Smart Escrow: Customer payments locked safely at booking; released on verified sign-off.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Digital Warranty: Platform-guaranteed warranty passport verifiable on any smartphone.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Empowerment: Digital storefronts, verified reviews &amp; 5% completed-job rebate.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3886200" cy="2423160"/>
          </a:xfrm>
          <a:prstGeom prst="roundRect">
            <a:avLst>
              <a:gd name="adj" fmla="val 3019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371600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07291E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716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2: HARDWARE WAND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92040" y="166420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SafeProbe™ Multimodal Diagnostic Tool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92040" y="1965960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0.40V Sub-Junction Divider: Clamps below 0.6V P-N junction—tests in-circuit without desoldering.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ADS1115 + Tone: Pitch-shift audio buzzer (1.2kHz → 2.4kHz) guides to shorted 0402 SMDs.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Microscope: 2.5cm macro lens &amp; shadowless ring LEDs captures HD fault photo proof.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Trust-Gate: Transmits cryptographic VERIFIED_PASS token to release escrow funds.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07291E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404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₹1,795 BOM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15137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Frugal Prototype Cost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51760" y="379476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0B253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38404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0.40V Clamp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415137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Sub-Junction In-Circuit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379476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23153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840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Dual-Loop QR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41513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Product Passport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66560" y="379476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2A0E17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840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LiFE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41513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Mitigation Goal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8640" y="4572000"/>
            <a:ext cx="8046720" cy="9144"/>
          </a:xfrm>
          <a:prstGeom prst="rect">
            <a:avLst/>
          </a:prstGeom>
          <a:solidFill>
            <a:srgbClr val="1F293D"/>
          </a:solidFill>
          <a:ln w="6350">
            <a:solidFill>
              <a:srgbClr val="1F29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645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FixGrid Ecosystem  •  </a:t>
            </a:r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fixgrid.vytron.me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46451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Platform  +  SafeProbe™ Frugal Diagnostics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0" y="46451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Right-to-Repair &amp; Circular Economy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04 • HARDWARE INNOVATION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80960" y="384048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0" y="38404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[ 04 / 08 ]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SafeProbe™: Lab Diagnostics in a Handheld Wand</a:t>
            </a:r>
            <a:endParaRPr lang="en-US" sz="2200" dirty="0"/>
          </a:p>
        </p:txBody>
      </p:sp>
      <p:pic>
        <p:nvPicPr>
          <p:cNvPr id="6" name="Image 0" descr="C:\Users\Rishit Jindal\Downloads\FixGrid-main\safeprobe_w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749040" cy="32004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234440"/>
            <a:ext cx="3749040" cy="3200400"/>
          </a:xfrm>
          <a:prstGeom prst="roundRect">
            <a:avLst>
              <a:gd name="adj" fmla="val 2286"/>
            </a:avLst>
          </a:prstGeom>
          <a:ln w="19050">
            <a:solidFill>
              <a:srgbClr val="0284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4069080"/>
            <a:ext cx="3383280" cy="256032"/>
          </a:xfrm>
          <a:prstGeom prst="roundRect">
            <a:avLst>
              <a:gd name="adj" fmla="val 50000"/>
            </a:avLst>
          </a:prstGeom>
          <a:solidFill>
            <a:srgbClr val="090D16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0690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SafeProbe™ Working Prototype (₹1,795 / ~$21 BOM)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480560" y="123444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1325880"/>
            <a:ext cx="1645920" cy="182880"/>
          </a:xfrm>
          <a:prstGeom prst="roundRect">
            <a:avLst>
              <a:gd name="adj" fmla="val 20000"/>
            </a:avLst>
          </a:prstGeom>
          <a:solidFill>
            <a:srgbClr val="0B253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13258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MICRO-TOUCH SENSING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355080" y="130759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Fault Chirp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617720" y="155448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touches probe needle to circuit trace. Conducts rapid impedance testing in milliseconds, beeping and lighting Green (Normal) or Red (Fault) on OLED screen. Safe sub-3.3V (&lt;5mA) sensing prevents static shock.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4480560" y="23317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17720" y="2423160"/>
            <a:ext cx="1645920" cy="182880"/>
          </a:xfrm>
          <a:prstGeom prst="roundRect">
            <a:avLst>
              <a:gd name="adj" fmla="val 20000"/>
            </a:avLst>
          </a:prstGeom>
          <a:solidFill>
            <a:srgbClr val="23153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17720" y="24231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MAGNIFIED VISUALS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355080" y="240487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5MP Macro Photo Proof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617720" y="265176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5MP macro camera with polarized ring LEDs captures 10x close-up photos of burned ICs or cracked solder joints, sending undeniable visual proof straight to the customer’s smartphone before soldering.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4480560" y="342900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17720" y="3520440"/>
            <a:ext cx="1645920" cy="182880"/>
          </a:xfrm>
          <a:prstGeom prst="roundRect">
            <a:avLst>
              <a:gd name="adj" fmla="val 20000"/>
            </a:avLst>
          </a:prstGeom>
          <a:solidFill>
            <a:srgbClr val="07291E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17720" y="35204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PASSPORT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355080" y="350215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Dual-Loop QR Warranty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617720" y="374904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writes a physical tamper-evident QR void seal placed over device or appliance seam. Customer scans to review diagnostic readings, before/after photos, and activates a guaranteed 90-day digital warranty.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548640" y="4572000"/>
            <a:ext cx="8046720" cy="9144"/>
          </a:xfrm>
          <a:prstGeom prst="rect">
            <a:avLst/>
          </a:prstGeom>
          <a:solidFill>
            <a:srgbClr val="1F293D"/>
          </a:solidFill>
          <a:ln w="6350">
            <a:solidFill>
              <a:srgbClr val="1F29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4645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FixGrid Ecosystem  •  </a:t>
            </a:r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fixgrid.vytron.me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200400" y="46451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Platform  +  SafeProbe™ Frugal Diagnostics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217920" y="46451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Right-to-Repair &amp; Circular Economy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05 • DIGITAL PLATFORM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80960" y="384048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0" y="38404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[ 05 / 08 ]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FixGrid Web Platform (fixgrid.vytron.me)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Hyper-Local Search &amp; Map Engine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consumers to discover verified repair shops within walking distance across 21+ categories (Major Home Appliances, ACs, Microwaves, Phones, Laptops, Power Tools, EVs) with live status.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Next.js 16 + Leaflet Map Engine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231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Escrow &amp; Payment Protection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26517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payments are locked securely on the platform upon booking and released to the shopkeeper only after the customer inspects and signs off on verified satisfaction.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85800" y="310896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 PostgreSQL Triggers &amp; RLS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5204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Storefronts &amp; 5% Cashback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37490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informal repair mechanics with instant SEO-indexed digital profiles, verified reviews, diagnostic log uploads, and a 5% completed-bill cashback incentive.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" y="420624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Shopkeeper Empowerment Engine</a:t>
            </a:r>
            <a:endParaRPr lang="en-US" sz="750" dirty="0"/>
          </a:p>
        </p:txBody>
      </p:sp>
      <p:pic>
        <p:nvPicPr>
          <p:cNvPr id="18" name="Image 0" descr="C:\Users\Rishit Jindal\Downloads\FixGrid-main\fixgrid_website_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234440"/>
            <a:ext cx="3840480" cy="2926080"/>
          </a:xfrm>
          <a:prstGeom prst="ellipse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754880" y="1234440"/>
            <a:ext cx="3840480" cy="2926080"/>
          </a:xfrm>
          <a:prstGeom prst="roundRect">
            <a:avLst>
              <a:gd name="adj" fmla="val 2500"/>
            </a:avLst>
          </a:prstGeom>
          <a:ln w="19050">
            <a:solidFill>
              <a:srgbClr val="0284C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37760" y="4023360"/>
            <a:ext cx="3474720" cy="256032"/>
          </a:xfrm>
          <a:prstGeom prst="roundRect">
            <a:avLst>
              <a:gd name="adj" fmla="val 50000"/>
            </a:avLst>
          </a:prstGeom>
          <a:solidFill>
            <a:srgbClr val="090D16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37760" y="40233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 Platform at fixgrid.vytron.me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8046720" cy="9144"/>
          </a:xfrm>
          <a:prstGeom prst="rect">
            <a:avLst/>
          </a:prstGeom>
          <a:solidFill>
            <a:srgbClr val="1F293D"/>
          </a:solidFill>
          <a:ln w="6350">
            <a:solidFill>
              <a:srgbClr val="1F29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4645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FixGrid Ecosystem  •  </a:t>
            </a:r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fixgrid.vytron.me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200400" y="46451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Platform  +  SafeProbe™ Frugal Diagnostics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217920" y="46451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Right-to-Repair &amp; Circular Economy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06 • HARDWARE-SOFTWARE BRIDGE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80960" y="384048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0" y="38404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[ 06 / 08 ]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Dual-Loop QR Digital Product Passport</a:t>
            </a:r>
            <a:endParaRPr lang="en-US" sz="2200" dirty="0"/>
          </a:p>
        </p:txBody>
      </p:sp>
      <p:pic>
        <p:nvPicPr>
          <p:cNvPr id="6" name="Image 0" descr="C:\Users\Rishit Jindal\Downloads\FixGrid-main\fixgrid_qr_sc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749040" cy="320040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234440"/>
            <a:ext cx="3749040" cy="3200400"/>
          </a:xfrm>
          <a:prstGeom prst="roundRect">
            <a:avLst>
              <a:gd name="adj" fmla="val 2286"/>
            </a:avLst>
          </a:prstGeom>
          <a:ln w="19050">
            <a:solidFill>
              <a:srgbClr val="05966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4069080"/>
            <a:ext cx="3383280" cy="256032"/>
          </a:xfrm>
          <a:prstGeom prst="roundRect">
            <a:avLst>
              <a:gd name="adj" fmla="val 50000"/>
            </a:avLst>
          </a:prstGeom>
          <a:solidFill>
            <a:srgbClr val="090D16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0690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Seal + Instant Smartphone Scan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480560" y="123444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132588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617720" y="149047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SafeProbe Diagnostics Upload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617720" y="17099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technician completes the repair across any category, the SafeProbe wand syncs the passing impedance test and high-res macro photos directly to the FixGrid cloud database via ESP32 Wi-Fi/BLE.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480560" y="23317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17720" y="242316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617720" y="258775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Holographic Void Seal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617720" y="280720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serialized, tamper-evident holographic QR void sticker is printed and affixed over the device or appliance seam. If anyone attempts to tamper with or reopen the unit, the physical pattern breaks.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480560" y="342900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17720" y="352044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617720" y="36850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Scan &amp; Warranty Activation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617720" y="390448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scans the QR code with any standard smartphone camera. It displays component before/after photos, diagnostic health logs, and activates an ironclad 90-day digital warranty certificate.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8046720" cy="9144"/>
          </a:xfrm>
          <a:prstGeom prst="rect">
            <a:avLst/>
          </a:prstGeom>
          <a:solidFill>
            <a:srgbClr val="1F293D"/>
          </a:solidFill>
          <a:ln w="6350">
            <a:solidFill>
              <a:srgbClr val="1F29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4645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FixGrid Ecosystem  •  </a:t>
            </a:r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fixgrid.vytron.me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200400" y="46451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Platform  +  SafeProbe™ Frugal Diagnostics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217920" y="46451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Right-to-Repair &amp; Circular Economy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07 • IMPACT &amp; SCALABILITY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80960" y="384048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0" y="38404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[ 07 / 08 ]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Tapping the $15.2B Repair Economy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0759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134416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(Consumer &amp; Artisan)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61848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save 60–80% compared to purchasing new devices. Local mechanics gain formal digital identity, repeat customers, and higher daily earnings.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048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28800" y="244144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(Community Dignity)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271576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unorganized street artisans into the formal digital economy, elevating informal mechanics with lab-grade diagnostic tools and transparent trust.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5021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28800" y="353872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(Planet Circularity)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381304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Diverts hundreds of kilograms of toxic printed circuit boards and lithium batteries from municipal landfills, cutting manufacturing carbon emissions.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4480560" y="123444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3075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Platform Take-Rate (5–8%)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15544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transaction fee on every escrow-verified repair booking.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80560" y="2039112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1122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Customer Care+ Subscription (₹199/mo | ₹1,499/yr)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23591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repair pass: free SafeProbe diagnostics, zero booking fees &amp; 60-day warranty.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480560" y="2843784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91693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Shop Pro SaaS &amp; Hardware Tier (₹999/mo)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31638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SafeProbe firmware updates, warranty management, digital store CRM &amp; analytics.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480560" y="3648456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37216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Certified Spare Parts Logistics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17720" y="39684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B2B marketplace revenue for verified authentic micro-components.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4572000"/>
            <a:ext cx="8046720" cy="9144"/>
          </a:xfrm>
          <a:prstGeom prst="rect">
            <a:avLst/>
          </a:prstGeom>
          <a:solidFill>
            <a:srgbClr val="1F293D"/>
          </a:solidFill>
          <a:ln w="6350">
            <a:solidFill>
              <a:srgbClr val="1F29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645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FixGrid Ecosystem  •  </a:t>
            </a:r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fixgrid.vytron.me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0" y="46451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Platform  +  SafeProbe™ Frugal Diagnostics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17920" y="46451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Right-to-Repair &amp; Circular Economy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08 • THE FUTURE ROADMAP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80960" y="384048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0" y="38404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[ 08 / 08 ]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Movement Towards a Sustainable Repair Economy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560320" cy="205740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3533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(MONTHS 1–6)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664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Repair Clusters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993392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50 SafeProbe units across Mumbai electronics repair markets.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web escrow &amp; before/after macro photo flow with 1,000+ customer repairs.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2560320" cy="205740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325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77640" y="13533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(MONTHS 7–12)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29000" y="1664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Drives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1993392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schools &amp; colleges for zero-e-waste community repair clinics.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Customer Care+ subscription pass and certified technician onboarding.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2560320" cy="205740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 w="12700">
            <a:solidFill>
              <a:srgbClr val="1F29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325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20840" y="13533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(YEAR 2+)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72200" y="1664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Scaling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1993392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municipal e-waste boards for certified gadget triage.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frugal SafeProbe tool manufacturing to local repairers nationwide.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172033"/>
          </a:solidFill>
          <a:ln w="12700">
            <a:solidFill>
              <a:srgbClr val="2E3D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6393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FixGrid &amp; SafeProbe™ Ecosystem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3931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Web &amp; Hardware Solution for Right-to-Repair, Consumer Trust &amp; Circular Sustainability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0" y="36393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FixGrid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0" y="3931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fixgrid.vytron.me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8046720" cy="9144"/>
          </a:xfrm>
          <a:prstGeom prst="rect">
            <a:avLst/>
          </a:prstGeom>
          <a:solidFill>
            <a:srgbClr val="1F293D"/>
          </a:solidFill>
          <a:ln w="6350">
            <a:solidFill>
              <a:srgbClr val="1F29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645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FixGrid Ecosystem  •  </a:t>
            </a:r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fixgrid.vytron.me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46451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Platform  +  SafeProbe™ Frugal Diagnostics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17920" y="46451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Right-to-Repair &amp; Circular Economy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2026-09-07T21:04:36Z</dcterms:created>
  <dcterms:modified xsi:type="dcterms:W3CDTF">2026-09-07T21:04:36Z</dcterms:modified>
</cp:coreProperties>
</file>