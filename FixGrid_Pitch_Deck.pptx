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Judges, imagine your laptop or phone screen breaks today. What are your options? You either visit an unverified local shop with zero guarantee, or deal with expensive aggregators. I am Rishit Jindal, and we built FixGrid—the trust-first marketplace connecting consumers with verified local repair experts, backed by guaranteed warranties and escrow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getting repairs done is stressful. Consumers face zero warranty protection, aggressive price inflation on the spot, and complete anxiety over unvetted technicians. Over 78% of people delay repairs because trust is completely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FixGrid turns trust into the product. Every repair has a mandatory 30 to 90 day warranty, payments are held safely in escrow until the customer signs off, and every technician undergoes multi-point physical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journey is simple: discover local shops on a live map, get transparent upfront quotes, pay securely with escrow via UPI, and receive guaranteed completion with a digital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aggregators exploit technicians with 25-30% cuts. FixGrid offers a fair 5-8% take rate and awards a 5% cashback rebate on verified completed bills, turning technicians into long-term platform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Compared to incumbents, FixGrid wins on verified warranties, smart escrow protection, fair technician rebates, and rigorous multi-point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opportunity is massive: India's unorganized repair sector is over $15B. Our initial beachhead targets the $350M urban tech repair market starting with smartphone screens and laptop repairs.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business model relies on three clean revenue streams: 5 to 8% booking take rates, ₹999/month shop subscriptions for pro discovery tools, and margins on certified spare parts and extended warranties.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FixGrid is completely built: the Customer Web App for booking and warranties, the Technician Workbench for shop management and rebate tracking, and the Operations Admin for dispute adjudication.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FixGrid supports the Right to Repair movement by extending electronics lifespans and reducing e-waste, while bringing informal technicians into the formal digital economy with dignity and fair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roadmap is focused: Phase 1 onboards 100 shops in Delhi-NCR; Phase 2 introduces B2B spare parts and WhatsApp booking; and Phase 3 scales across 15 Indian metro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FixGrid turns a broken, untrusted market into a transparent, safe, and empowering ecosystem. Our prototype is fully functional and ready to demo. Thank you, and I look forward to your questions!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FixGrid.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Infrastructure for the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 Local Repair Economy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fragmented neighbourhood repairs into a verified, escrow-backed, and guaranteed service network.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Rishit Jindal  •  Live Working Prototype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73152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90-Day Guaranteed Warranty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207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Platform-backed legal protection on every completed repair job.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201168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Smart Escrow Safety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4871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are paid only after customer confirms device is working.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329184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100% Verified Local Experts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3767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Multi-point background checks, GST registration &amp; workshop audits.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$15B Repair Market is Fundamentally Broken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78% of consumers delay essential device and appliance repairs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151B2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DAYS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Warranty &amp; Zero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hand over ₹80,000+ smartphones and laptops with zero formal protection.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replaced screen or part glitches 24 hours later, the customer loses 100% of their money. Incumbents offer no transparent warranty on public pages.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The Price Haggling 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diagnostic inspection fees, unverified part markups, and aggressive on-site price changes force consumers into uncomfortable haggling.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Safety &amp; Quality Anxiety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have zero standardized vetting for who is handling their private digital devices or entering their homes for appliance repairs.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FixGrid: Trust as a Service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independent neighbourhood repair shops into a trusted, guaranteed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CONSUMERS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30–90D Warranty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Mandatory warranty on every 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digital warranty certificate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platform dispute &amp; redo guarantee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INTEGRITY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2044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Escrow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upfront cash leakage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044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Funds held in platform escrow during fix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Released only upon customer verification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91640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SAFETY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936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Local Experts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Multi-point KYC (GST, ID, Store audits)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tied strictly to verified jobs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Community trust &amp; skill scoring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FixGrid Works: From Broken to Fixed in 4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seamless, friction-free journey engineered for total customer peace of mind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Nearby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repair shops on an interactive map filtered by warranty floor and ratings.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150876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6352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Quote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16352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transparent diagnostic &amp; repair estimates with zero hidden fees.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18304" y="150876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01184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Booking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01184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UPI booking. Payment is locked securely in platform escrow during work.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50876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86016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Fix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86016" y="27889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returned fixed, digital warranty active, funds released to technician.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ADVANTAGE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Local Technicians, Not Exploiting Them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marketplace incentives so independent shops earn more on-platform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51B2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The Aggregator Trap (Urban Company / Directories)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25%–30% heavy commission deductions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Technicians treated as disposable gig workers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Aggressive pay-per-lead bidding wars with 0 guarantee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direct customer relationship or repeat business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FixGrid Partner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 flat 5–8% platform take-rate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5% Cashback Rebate to shops on verified jobs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Dedicated digital storefront &amp; customer ownership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 parts inventory &amp; scheduling workbench tools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FixGrid Wins: Direct Market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FixGrid bridges the gap between unvetted directories and expensive aggregators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Feature Matrix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FixGrid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</a:rPr>
                        <a:t>Urban Company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</a:rPr>
                        <a:t>Justdial / Local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Mandatory Warranty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✓  30–90 Days Guaranteed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Unclear /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Payment Security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✓  Smart Escrow Hold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⚠️  Full Upfront Charge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Unprotected Cash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Technician Incentive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✓  5% Cashback Rebate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25–30% Heavy Cut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Costly Lead Bidding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Pricing Transparency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✓  Upfront Fixed Quotes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⚠️  High Markups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Random Haggling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Shop Verification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✓  Multi-Point KYC &amp; Badging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⚠️  Generic Contractors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✗  Zero Vetting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$15B+ Untapped Market in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repair economy is surging as device prices rise and replacement cycles lengthen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$15.2 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Total Market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unorganized gadget &amp; home appliance repair market (800M+ smartphones, 150M+ laptops).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 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Serviceable Market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gadget, laptop, and consumer appliance repairs across Tier-1 and Tier-2 metro hubs.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 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— Beachhead Target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wedge: Smartphone screen replacements and laptop chip diagnostics in top 5 metros.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Monetization: Multi-Stream Sustainable Revenue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transaction fees coupled with recurring SaaS and B2B marketplace value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– 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Take-Rate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convenience fee on completed bookings, snapshotted at checkout with zero hidden surprises.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₹999 /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Pro SaaS Tiers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for repair shops offering priority map ranking, verified badges, and parts inventory tools.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2700">
            <a:solidFill>
              <a:srgbClr val="243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– 18%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&amp; Extended Warranty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B2B certified OEM spare parts fulfillment plus optional 6-month extended warranty add-ons.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Ecosystem Built for Every Stakeholder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fully built, operational applications delivering a seamless end-to-end experience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&amp; BOOK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Web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geospatial map 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booking status tracker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INR wallet top-ups via instant UPI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warranty claim 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&amp; EARN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Workbench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Action-first job request queue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One-tap status updates on the bench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Parts &amp; inventory tracking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Gross revenue vs 5% rebate statements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ARBITRATE &amp; SCALE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Admin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Multi-party dispute arbitration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 approvals &amp; rebate authorization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Technician verification &amp; audits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health &amp; fraud 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Championing Sustainability &amp; The Right to Repair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lasting economic dignity for local fixers while fighting the global e-waste crisis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Combatting the E-Waste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Extending device lifespans prevents 4,200+ tons of toxic e-waste per 1M repairs.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Promotes a circular economy by making repair cheaper and more reliable than buying new.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Aligns directly with India’s national Right to Repair mission.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Dignity for Local Micro-Entrepreneurs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Uplifting thousands of informal neighborhood technicians into the digital economy.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Providing reliable incomes, verified credentials, and digital payment tools.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61188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Rebuilding hyper-local community trust between neighbors and local repair heroes.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Forward: From Hackathon to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phased, pragmatic go-to-market strategy built on density and network effects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 Launch (Q1)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 100 verified repair shops across Delhi-NCR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live UPI escrow booking &amp; warranty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Establish direct technician support channels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Expansion (Q2-Q3)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B2B certified spare parts fulfillment network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automated WhatsApp booking &amp; status bot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Introduce extended warranty protection plans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151B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691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 (Q4)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 to top 15 Indian Tier-1 metro cities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IT device lifecycle repair contracts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Franchise certification standards for local shops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640080"/>
            <a:ext cx="6949440" cy="3840480"/>
          </a:xfrm>
          <a:prstGeom prst="roundRect">
            <a:avLst>
              <a:gd name="adj" fmla="val 3571"/>
            </a:avLst>
          </a:prstGeom>
          <a:solidFill>
            <a:srgbClr val="151B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9144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FixGrid.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63040" y="1554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Fix the Repair Industry Together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0574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Proven Market Gap: Solving repair anxiety with mandatory warranties and smart escrow safety.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463040" y="25603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Win-Win Economics: Empowering independent repair shops with 5% rebates instead of heavy take-rates.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63040" y="306324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Prototype: Three integrated applications fully operational and ready for demonstration.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3611880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6118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Experience the Live Demo  •  Presenter: Rishit Jindal  •  Open for Q&amp;A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FixGrid — Hackathon Pitch Deck</dc:title>
  <dc:subject>PptxGenJS Presentation</dc:subject>
  <dc:creator>Rishit Jindal</dc:creator>
  <cp:lastModifiedBy>Rishit Jindal</cp:lastModifiedBy>
  <cp:revision>1</cp:revision>
  <dcterms:created xsi:type="dcterms:W3CDTF">2026-09-07T20:52:04Z</dcterms:created>
  <dcterms:modified xsi:type="dcterms:W3CDTF">2026-09-07T20:52:04Z</dcterms:modified>
</cp:coreProperties>
</file>